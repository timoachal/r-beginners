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7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640080"/>
            <a:ext cx="1828800" cy="1828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RStudio Interface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4114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 to the RStudio IDE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A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four panels, key tools &amp; workflows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2038"/>
          </a:solidFill>
          <a:ln w="12700">
            <a:solidFill>
              <a:srgbClr val="142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· Integrated Development Environment for 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RStudio?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572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is an Integrated Development Environment (IDE) designed specifically for R programming. It makes working with R more efficient and user-friendly.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edit R scripts with syntax highlighting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interactively in the Console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547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plots, data &amp; help in one interface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0782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files, packages &amp; projects easily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1051560"/>
            <a:ext cx="3566160" cy="3657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RStudio?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9496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(Win, Mac, Linux)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9496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R Markdown &amp; Quarto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9496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version control (Git)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9496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community &amp; support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Four-Pane Layout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Source Editor (Top-Left)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save R scripts (.R files). Run selected code with Ctrl+Enter. Tabs for multiple open files.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030715"/>
            <a:ext cx="4114800" cy="1828800"/>
          </a:xfrm>
          <a:prstGeom prst="rect">
            <a:avLst/>
          </a:prstGeom>
          <a:solidFill>
            <a:srgbClr val="0A7261"/>
          </a:solidFill>
          <a:ln w="12700">
            <a:solidFill>
              <a:srgbClr val="0A7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78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Console (Top-Right)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114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00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type and execute R commands. Displays code output, messages, and errors in real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5B4F00"/>
          </a:solidFill>
          <a:ln w="12700">
            <a:solidFill>
              <a:srgbClr val="5B4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90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Environment / History (Bottom-Left)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4114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118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tab shows all loaded variables and data. History tab records every command you've run.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114800" cy="1828800"/>
          </a:xfrm>
          <a:prstGeom prst="rect">
            <a:avLst/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090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Files / Plots / Packages / Help (Bottom-Right)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520440"/>
            <a:ext cx="4114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6118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files, view plots, manage packages, and read documentation — all in one place.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34840" y="1005840"/>
            <a:ext cx="228600" cy="38404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98648"/>
            <a:ext cx="8503920" cy="10972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Source Editor — Writing R Scripts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3749040"/>
          </a:xfrm>
          <a:prstGeom prst="rect">
            <a:avLst/>
          </a:prstGeom>
          <a:solidFill>
            <a:srgbClr val="1E2D3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B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libraries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0992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library(dplyr)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9008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&lt;- read.csv("data.csv")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31012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63016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summary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95020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summary(df)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27024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head(df, 10)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097280"/>
            <a:ext cx="347472" cy="34747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078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script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13533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New File → R Script  (Ctrl+Shift+N)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2011680"/>
            <a:ext cx="347472" cy="34747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1993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22677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Ctrl+Enter runs the current line or selection. Ctrl+Shift+Enter runs the entire script.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2926080"/>
            <a:ext cx="347472" cy="34747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2907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script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3182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 to save. Scripts keep your work reproducible.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3840480"/>
            <a:ext cx="347472" cy="34747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0" y="3822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0" y="40965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Tab after typing to autocomplete function names and arguments.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7261"/>
          </a:solidFill>
          <a:ln w="12700">
            <a:solidFill>
              <a:srgbClr val="0A7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Console — Running R Code Interactively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version 4.3.2 (2023-10-31)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A8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2 + 2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2037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5968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A8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x &lt;- c(1, 2, 3, 4, 5)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99008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A8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mean(x)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77647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A8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plot(x)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1696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A8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517136"/>
            <a:ext cx="109728" cy="201168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100584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005840"/>
            <a:ext cx="73152" cy="822960"/>
          </a:xfrm>
          <a:prstGeom prst="rect">
            <a:avLst/>
          </a:prstGeom>
          <a:solidFill>
            <a:srgbClr val="0A7261"/>
          </a:solidFill>
          <a:ln w="12700">
            <a:solidFill>
              <a:srgbClr val="0A7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 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 &gt;, RStudio is ready for input. A + means the command is incomplete.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192024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1920240"/>
            <a:ext cx="73152" cy="822960"/>
          </a:xfrm>
          <a:prstGeom prst="rect">
            <a:avLst/>
          </a:prstGeom>
          <a:solidFill>
            <a:srgbClr val="0A7261"/>
          </a:solidFill>
          <a:ln w="12700">
            <a:solidFill>
              <a:srgbClr val="0A7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calculations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expression and press Enter to evaluate immediately.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283464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2834640"/>
            <a:ext cx="73152" cy="822960"/>
          </a:xfrm>
          <a:prstGeom prst="rect">
            <a:avLst/>
          </a:prstGeom>
          <a:solidFill>
            <a:srgbClr val="0A7261"/>
          </a:solidFill>
          <a:ln w="12700">
            <a:solidFill>
              <a:srgbClr val="0A7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console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2356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Ctrl+L to clear the console screen (history is preserved).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374904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3749040"/>
            <a:ext cx="73152" cy="822960"/>
          </a:xfrm>
          <a:prstGeom prst="rect">
            <a:avLst/>
          </a:prstGeom>
          <a:solidFill>
            <a:srgbClr val="0A7261"/>
          </a:solidFill>
          <a:ln w="12700">
            <a:solidFill>
              <a:srgbClr val="0A7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 command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2356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Escape or Ctrl+C to interrupt a running command.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4F00"/>
          </a:solidFill>
          <a:ln w="12700">
            <a:solidFill>
              <a:srgbClr val="5B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Environment &amp; History Pane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C4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457200"/>
          </a:xfrm>
          <a:prstGeom prst="rect">
            <a:avLst/>
          </a:prstGeom>
          <a:solidFill>
            <a:srgbClr val="F5E88A"/>
          </a:solidFill>
          <a:ln w="12700">
            <a:solidFill>
              <a:srgbClr val="F5E8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Tab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objects currently in R's memory: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840480" cy="292608"/>
          </a:xfrm>
          <a:prstGeom prst="rect">
            <a:avLst/>
          </a:prstGeom>
          <a:solidFill>
            <a:srgbClr val="E8D870"/>
          </a:solidFill>
          <a:ln w="12700">
            <a:solidFill>
              <a:srgbClr val="E8D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29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91640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84048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0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682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368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[1:5]  1 2 3 4 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79192"/>
            <a:ext cx="3840480" cy="320040"/>
          </a:xfrm>
          <a:prstGeom prst="rect">
            <a:avLst/>
          </a:prstGeom>
          <a:solidFill>
            <a:srgbClr val="F4F0D0"/>
          </a:solidFill>
          <a:ln w="12700">
            <a:solidFill>
              <a:srgbClr val="E8E0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157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2715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  150 obs. of 5 vars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26664"/>
            <a:ext cx="384048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0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63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of 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74136"/>
            <a:ext cx="3840480" cy="320040"/>
          </a:xfrm>
          <a:prstGeom prst="rect">
            <a:avLst/>
          </a:prstGeom>
          <a:solidFill>
            <a:srgbClr val="F4F0D0"/>
          </a:solidFill>
          <a:ln w="12700">
            <a:solidFill>
              <a:srgbClr val="E8E0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10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3410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  "Success"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7673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Click a data frame to view it in a spreadsheet-like viewer.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C4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F5E88A"/>
          </a:solidFill>
          <a:ln w="12700">
            <a:solidFill>
              <a:srgbClr val="F5E8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24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Tab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command you've run in R: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313432"/>
            <a:ext cx="411480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359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&lt;- read.csv("data.csv")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660904"/>
            <a:ext cx="411480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066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summary(df)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008376"/>
            <a:ext cx="411480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0540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mean(df$age)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355848"/>
            <a:ext cx="411480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401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plot(df$x, df$y)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703320"/>
            <a:ext cx="411480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7673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Double-click any command to send it back to the Console.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Files, Plots, Packages &amp; Help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502920"/>
          </a:xfrm>
          <a:prstGeom prst="rect">
            <a:avLst/>
          </a:prstGeom>
          <a:solidFill>
            <a:srgbClr val="EDE0F5"/>
          </a:solidFill>
          <a:ln w="12700">
            <a:solidFill>
              <a:srgbClr val="EDE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24712"/>
            <a:ext cx="347472" cy="347472"/>
          </a:xfrm>
          <a:prstGeom prst="ellipse">
            <a:avLst/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your computer's directory. Set your working directory, rename, delete, or open files directly from here.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0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51560"/>
            <a:ext cx="4114800" cy="502920"/>
          </a:xfrm>
          <a:prstGeom prst="rect">
            <a:avLst/>
          </a:prstGeom>
          <a:solidFill>
            <a:srgbClr val="D1F0EB"/>
          </a:solidFill>
          <a:ln w="12700">
            <a:solidFill>
              <a:srgbClr val="D1F0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2471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zoom, and export charts. Use arrows to scroll through previous plots. Export as PNG, PDF, or SVG.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63240"/>
            <a:ext cx="4114800" cy="502920"/>
          </a:xfrm>
          <a:prstGeom prst="rect">
            <a:avLst/>
          </a:prstGeom>
          <a:solidFill>
            <a:srgbClr val="D0E4F7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36392"/>
            <a:ext cx="347472" cy="34747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" y="3703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load R packages. Check/uncheck to load. Click a package name to view its documentation.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063240"/>
            <a:ext cx="41148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136392"/>
            <a:ext cx="347472" cy="34747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92040" y="3703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any function's documentation. Type ?functionname in the Console to jump to its help page.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Shortcuts &amp; Productivity Tips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Enter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115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current line / selection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01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Enter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18653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entire script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511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6151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script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00984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009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Z / 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050792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50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assignment operator  &lt;-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1115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pipe operator  |&gt;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801368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801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1865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code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551176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5511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26151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Console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3300984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3009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12280" y="3364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 Script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4050792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050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help for function at cursor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Working Directory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Projects keep all your files, history, and settings together in one folder — making your work organized and reproducible.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2029968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029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File → New Project → New Directory. Give it a name and choose a location. RStudio creates a .Rproj file.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3538728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538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Existing Project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 Project, or click the project dropdown (top-right corner). Your last session is automatically restored.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4608" y="2029968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2029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468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directory is where R looks for files. Check it with getwd(). Set it with setwd() or via Session → Set Working Directory.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429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3538728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538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Projects Matter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977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hardcoded file paths. Share projects with colleagues easily. Works seamlessly with Git for version control.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6237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76809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243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Editor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5361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save R scripts. Use Ctrl+Enter to run code.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478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7706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R commands interactively and see results immediately.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History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0050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your variables and command history.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1243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Files/Plots/Packages/Help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15361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files, visualize outputs, install packages &amp; get help.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4688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2478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27706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productivity — learn the key shortcuts from day one.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70332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Projects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40050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work organized and reproducible with .Rproj files.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1001</Words>
  <Application>Microsoft Office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the RStudio Interface</dc:title>
  <dc:subject>PptxGenJS Presentation</dc:subject>
  <dc:creator>PptxGenJS</dc:creator>
  <cp:lastModifiedBy>HP</cp:lastModifiedBy>
  <cp:revision>2</cp:revision>
  <dcterms:created xsi:type="dcterms:W3CDTF">2026-02-17T18:35:43Z</dcterms:created>
  <dcterms:modified xsi:type="dcterms:W3CDTF">2026-02-17T18:36:24Z</dcterms:modified>
</cp:coreProperties>
</file>