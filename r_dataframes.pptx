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548640"/>
            <a:ext cx="4114800" cy="41148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2926080" cy="2926080"/>
          </a:xfrm>
          <a:prstGeom prst="ellipse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77724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DataFrames in 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 with real-world examples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800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R  •  Beginner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DataFrame?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spreadsheet—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for R!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749040" y="274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Analogy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4904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hospital's patient record sheet: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325880"/>
          <a:ext cx="5120640" cy="18288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749040" y="3291840"/>
            <a:ext cx="1554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4904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79476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794760" y="4114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patient (one observation)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0" y="3291840"/>
            <a:ext cx="1554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53212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32120" y="4114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= one variable (Name, Age…)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223760" y="3291840"/>
            <a:ext cx="1554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2376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🔡🔢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26948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Types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69480" y="4114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numbers can live together!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Your First DataFrame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5895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Scenario: You run a small grocery store and want to track your products in 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572000" cy="301752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4297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vectors (columns of data)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 </a:t>
            </a:r>
            <a:pPr indent="0" marL="0">
              <a:buNone/>
            </a:pPr>
            <a:r>
              <a:rPr lang="en-US" sz="11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("Apple","Banana","Milk","Bread")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   </a:t>
            </a:r>
            <a:pPr indent="0" marL="0">
              <a:buNone/>
            </a:pPr>
            <a:r>
              <a:rPr lang="en-US" sz="11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(0.99, 0.50, 1.20, 2.50)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</a:t>
            </a:r>
            <a:pPr indent="0" marL="0">
              <a:buNone/>
            </a:pPr>
            <a:r>
              <a:rPr lang="en-US" sz="11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(150, 200, 80, 120)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into a DataFrame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store_df </a:t>
            </a:r>
            <a:pPr indent="0" marL="0">
              <a:buNone/>
            </a:pPr>
            <a:r>
              <a:rPr lang="en-US" sz="11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price,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quantity)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(store_df)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828800"/>
          <a:ext cx="36576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212080" y="3794760"/>
            <a:ext cx="3657600" cy="731520"/>
          </a:xfrm>
          <a:prstGeom prst="rect">
            <a:avLst/>
          </a:prstGeom>
          <a:solidFill>
            <a:srgbClr val="FEF9C3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385876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Each vector becomes a column. All vectors must have the same length!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data.frame() is the key function to combine your vectors into a table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Exploring Your DataFrame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functions every R beginner must know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441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👁️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head(df)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first 6 rows — great for a quick peek at your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441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18013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tail(df)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last 6 rows — useful to check data end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3441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18013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nrow(df)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rows — how many records do you have?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26517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5468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64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200" y="37216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ncol(df)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columns — how many variables are there?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3154680"/>
            <a:ext cx="26517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15468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264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291840" y="37216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str(df)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291840" y="4114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structure: column names, types, and a sample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3154680"/>
            <a:ext cx="26517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315468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264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126480" y="37216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summary(df)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126480" y="4114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statistics: min, max, mean for each column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103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Always explore your data before analysing it!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Accessing Data in a DataFrame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85800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274320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132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Column Name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25603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93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df$price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df[['price']]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25603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946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store_df$price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Returns: 0.99 0.50 1.20 2.50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256032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4930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Like asking: 'Show me only the Price column'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82112" y="685800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2112" y="68580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7132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Row &amp; Column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9272" y="1298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73552" y="1581912"/>
            <a:ext cx="25603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6093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df[row, col]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9272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73552" y="2542032"/>
            <a:ext cx="25603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256946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store_df[2, 'price']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Returns: 0.50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73552" y="3429000"/>
            <a:ext cx="256032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34930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Like Excel cell B3 — row 2, column price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9904" y="685800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68580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7132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Rows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27064" y="1298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81344" y="1581912"/>
            <a:ext cx="25603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27064" y="16093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df[df$col &gt; val, 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27064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81344" y="2542032"/>
            <a:ext cx="25603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256946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store_df[store_df$price &gt; 1,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Milk and Bread rows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81344" y="3429000"/>
            <a:ext cx="256032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27064" y="34930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Like filtering rows in a spreadsheet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 for columns and [ row, col ] for specific cells — you'll use these every single day!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&amp; Modifying Columns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grow with your needs — adding new information is easy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66344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 new column: total stock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store_df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$total_value </a:t>
            </a:r>
            <a:pPr indent="0" marL="0">
              <a:buNone/>
            </a:pPr>
            <a:r>
              <a:rPr lang="en-US" sz="11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store_df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$price *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store_df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$quantity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Modify an existing column: apply 10% discount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store_df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$price </a:t>
            </a:r>
            <a:pPr indent="0" marL="0">
              <a:buNone/>
            </a:pPr>
            <a:r>
              <a:rPr lang="en-US" sz="11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store_df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$price * 0.9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 category column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store_df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$category </a:t>
            </a:r>
            <a:pPr indent="0" marL="0">
              <a:buNone/>
            </a:pPr>
            <a:r>
              <a:rPr lang="en-US" sz="11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c("Fruit","Fruit",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"Dairy","Bakery")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Updated DataFrame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691640"/>
          <a:ext cx="3566160" cy="1828800"/>
        </p:xfrm>
        <a:graphic>
          <a:graphicData uri="http://schemas.openxmlformats.org/drawingml/2006/table">
            <a:tbl>
              <a:tblPr/>
              <a:tblGrid>
                <a:gridCol w="1005840"/>
                <a:gridCol w="77724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C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303520" y="3630168"/>
            <a:ext cx="3566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4960" y="36941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Prices after 10% discount applied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03520" y="4224528"/>
            <a:ext cx="3566160" cy="713232"/>
          </a:xfrm>
          <a:prstGeom prst="rect">
            <a:avLst/>
          </a:prstGeom>
          <a:solidFill>
            <a:srgbClr val="1C3A5E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428853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Key: Use df$newCol &lt;- ... to add columns or overwrite existing ones. It's that simple!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Filtering &amp; Sorting Data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658368"/>
            <a:ext cx="411480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 Filtering Rows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374904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Products costing more than $1
</a:t>
            </a:r>
            <a:pPr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expensive </a:t>
            </a:r>
            <a:pPr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pPr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store_df[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store_df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$price &gt; 1, ]
</a:t>
            </a:r>
            <a:pPr indent="0" marL="0">
              <a:buNone/>
            </a:pPr>
            <a:r>
              <a:rPr lang="en-US" sz="1000" i="1" dirty="0">
                <a:solidFill>
                  <a:srgbClr val="6B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Products in Fruit category
</a:t>
            </a:r>
            <a:pPr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</a:t>
            </a:r>
            <a:pPr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pPr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store_df[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store_df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$category == "Fruit",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658368"/>
            <a:ext cx="4114800" cy="21031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713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🔃  Sorting Rows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1115568"/>
            <a:ext cx="374904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by price (cheapest first)
</a:t>
            </a:r>
            <a:pPr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sorted_df </a:t>
            </a:r>
            <a:pPr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store_df[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(store_df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$price), ]
</a:t>
            </a:r>
            <a:pPr indent="0" marL="0">
              <a:buNone/>
            </a:pPr>
            <a:r>
              <a:rPr lang="en-US" sz="1000" i="1" dirty="0">
                <a:solidFill>
                  <a:srgbClr val="6B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Sort descending (most expensive first)
</a:t>
            </a:r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buNone/>
            </a:pPr>
            <a:r>
              <a:rPr lang="en-US" sz="10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(store_df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$price, decreasing=</a:t>
            </a:r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8803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Filtering expensive products (price &gt; $1)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91840"/>
          <a:ext cx="54864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2801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943600" y="3291840"/>
            <a:ext cx="2880360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3364992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is like telling a supermarket manager: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only the expensive items."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uses logical conditions. The comma after the condition means: return ALL columns.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Use Case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student exam scores — start to finish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87452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192024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1430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16128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DataFrame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173736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0008"/>
            <a:ext cx="16459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&lt;- data.frame(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name=c("Ali","Beth","Carlos"),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math=c(85,92,74),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english=c(78,88,91)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187452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34440"/>
            <a:ext cx="192024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1430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16128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60320" y="17556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average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286000"/>
            <a:ext cx="173736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350008"/>
            <a:ext cx="16459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students$avg &lt;-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(students$math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students$english) /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187452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234440"/>
            <a:ext cx="192024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0" y="11430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16128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9160" y="17556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grade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286000"/>
            <a:ext cx="173736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350008"/>
            <a:ext cx="16459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students$grade &lt;-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ifelse(students$avg &gt;= 85,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"A", "B")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1234440"/>
            <a:ext cx="192024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52360" y="11430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116128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58000" y="17556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top students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0" y="2286000"/>
            <a:ext cx="173736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2350008"/>
            <a:ext cx="16459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&lt;- students[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students$grade == "A", 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make real data workflows possible — create, transform, analyse, filter.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DataFrame Cheat Sheet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58368"/>
          <a:ext cx="8595360" cy="416052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572000"/>
              </a:tblGrid>
              <a:tr h="378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DataFrame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data.frame(...)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data.frame(name=c("A","B"), age=c(25,30))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first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head(df)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head(students)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df$colname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students$math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cell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df[row, col]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students[1, 'math']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df$new &lt;- ...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df$avg &lt;- (df$math + df$english)/2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df[condition, 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df[df$age &gt; 20, ]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df[order(df$col), 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df[order(df$math), ]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nrow(df)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nrow(students)  # returns 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str(df)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str(students)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summary(df)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summary(students)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457200"/>
            <a:ext cx="4114800" cy="41148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0"/>
            <a:ext cx="2926080" cy="2926080"/>
          </a:xfrm>
          <a:prstGeom prst="ellipse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36576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got it! 🎉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0" y="98755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you've learned: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51790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5179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0440" y="146304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DataFrame is and why it's useful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993392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993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193852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one using data.frame()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246888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468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414016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with head(), str(), summary()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294436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944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2889504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data with $ and [ 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341985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419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33649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&amp; modifying columns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0" y="389534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895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38404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and sorting rows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4315968"/>
            <a:ext cx="56235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4389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Next: dplyr package for powerful data manipulation!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R  •  Beginner Series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DataFrames in R</dc:title>
  <dc:subject>PptxGenJS Presentation</dc:subject>
  <dc:creator>PptxGenJS</dc:creator>
  <cp:lastModifiedBy>PptxGenJS</cp:lastModifiedBy>
  <cp:revision>1</cp:revision>
  <dcterms:created xsi:type="dcterms:W3CDTF">2026-02-17T18:54:10Z</dcterms:created>
  <dcterms:modified xsi:type="dcterms:W3CDTF">2026-02-17T18:54:10Z</dcterms:modified>
</cp:coreProperties>
</file>